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3"/>
  </p:notesMasterIdLst>
  <p:sldIdLst>
    <p:sldId id="33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20"/>
    <a:srgbClr val="FF1313"/>
    <a:srgbClr val="5C5F79"/>
    <a:srgbClr val="FFFFFF"/>
    <a:srgbClr val="737D93"/>
    <a:srgbClr val="347E73"/>
    <a:srgbClr val="5D5F72"/>
    <a:srgbClr val="357F76"/>
    <a:srgbClr val="5E6174"/>
    <a:srgbClr val="7A11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00" autoAdjust="0"/>
    <p:restoredTop sz="88994" autoAdjust="0"/>
  </p:normalViewPr>
  <p:slideViewPr>
    <p:cSldViewPr snapToGrid="0">
      <p:cViewPr>
        <p:scale>
          <a:sx n="66" d="100"/>
          <a:sy n="66" d="100"/>
        </p:scale>
        <p:origin x="17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tseris, George" userId="0e929467-a486-4dd6-aadf-a47fca854b85" providerId="ADAL" clId="{BE87BF0D-1CC9-45F0-ADDE-B7461A9FEE02}"/>
    <pc:docChg chg="undo custSel addSld delSld modSld sldOrd addMainMaster delMainMaster modMainMaster modSection">
      <pc:chgData name="Datseris, George" userId="0e929467-a486-4dd6-aadf-a47fca854b85" providerId="ADAL" clId="{BE87BF0D-1CC9-45F0-ADDE-B7461A9FEE02}" dt="2026-01-28T17:14:23.222" v="15448" actId="20577"/>
      <pc:docMkLst>
        <pc:docMk/>
      </pc:docMkLst>
      <pc:sldChg chg="addSp delSp modSp add mod delAnim modAnim">
        <pc:chgData name="Datseris, George" userId="0e929467-a486-4dd6-aadf-a47fca854b85" providerId="ADAL" clId="{BE87BF0D-1CC9-45F0-ADDE-B7461A9FEE02}" dt="2026-01-28T17:13:06.037" v="15446" actId="1036"/>
        <pc:sldMkLst>
          <pc:docMk/>
          <pc:sldMk cId="4079899613" sldId="372"/>
        </pc:sldMkLst>
        <pc:picChg chg="mod">
          <ac:chgData name="Datseris, George" userId="0e929467-a486-4dd6-aadf-a47fca854b85" providerId="ADAL" clId="{BE87BF0D-1CC9-45F0-ADDE-B7461A9FEE02}" dt="2026-01-28T17:13:06.037" v="15446" actId="1036"/>
          <ac:picMkLst>
            <pc:docMk/>
            <pc:sldMk cId="4079899613" sldId="372"/>
            <ac:picMk id="12" creationId="{663C482A-7F44-777A-50B2-79744DC94292}"/>
          </ac:picMkLst>
        </pc:picChg>
      </pc:sldChg>
      <pc:sldChg chg="addSp modSp new mod">
        <pc:chgData name="Datseris, George" userId="0e929467-a486-4dd6-aadf-a47fca854b85" providerId="ADAL" clId="{BE87BF0D-1CC9-45F0-ADDE-B7461A9FEE02}" dt="2026-01-28T17:14:23.222" v="15448" actId="20577"/>
        <pc:sldMkLst>
          <pc:docMk/>
          <pc:sldMk cId="1979789982" sldId="373"/>
        </pc:sldMkLst>
        <pc:spChg chg="add mod">
          <ac:chgData name="Datseris, George" userId="0e929467-a486-4dd6-aadf-a47fca854b85" providerId="ADAL" clId="{BE87BF0D-1CC9-45F0-ADDE-B7461A9FEE02}" dt="2026-01-28T17:14:23.222" v="15448" actId="20577"/>
          <ac:spMkLst>
            <pc:docMk/>
            <pc:sldMk cId="1979789982" sldId="373"/>
            <ac:spMk id="5" creationId="{711A7B23-9424-A4D0-A6B1-C06E06FB117D}"/>
          </ac:spMkLst>
        </pc:spChg>
      </pc:sldChg>
      <pc:sldChg chg="addSp delSp modSp add mod">
        <pc:chgData name="Datseris, George" userId="0e929467-a486-4dd6-aadf-a47fca854b85" providerId="ADAL" clId="{BE87BF0D-1CC9-45F0-ADDE-B7461A9FEE02}" dt="2026-01-19T12:47:10.256" v="15445" actId="1076"/>
        <pc:sldMkLst>
          <pc:docMk/>
          <pc:sldMk cId="3767521216" sldId="394"/>
        </pc:sldMkLst>
        <pc:spChg chg="mod">
          <ac:chgData name="Datseris, George" userId="0e929467-a486-4dd6-aadf-a47fca854b85" providerId="ADAL" clId="{BE87BF0D-1CC9-45F0-ADDE-B7461A9FEE02}" dt="2026-01-19T12:47:10.256" v="15445" actId="1076"/>
          <ac:spMkLst>
            <pc:docMk/>
            <pc:sldMk cId="3767521216" sldId="394"/>
            <ac:spMk id="27" creationId="{E62EF8DE-DB3E-92C8-F95C-578A6FCD1915}"/>
          </ac:spMkLst>
        </pc:spChg>
      </pc:sldChg>
    </pc:docChg>
  </pc:docChgLst>
  <pc:docChgLst>
    <pc:chgData name="Datseris, George" userId="0e929467-a486-4dd6-aadf-a47fca854b85" providerId="ADAL" clId="{4176D399-D786-4F66-92A2-FD3ABBF6ADE7}"/>
    <pc:docChg chg="undo custSel addSld delSld modSld sldOrd modSection">
      <pc:chgData name="Datseris, George" userId="0e929467-a486-4dd6-aadf-a47fca854b85" providerId="ADAL" clId="{4176D399-D786-4F66-92A2-FD3ABBF6ADE7}" dt="2026-02-18T16:55:16.861" v="7336" actId="1076"/>
      <pc:docMkLst>
        <pc:docMk/>
      </pc:docMkLst>
      <pc:sldChg chg="modSp mod modAnim">
        <pc:chgData name="Datseris, George" userId="0e929467-a486-4dd6-aadf-a47fca854b85" providerId="ADAL" clId="{4176D399-D786-4F66-92A2-FD3ABBF6ADE7}" dt="2026-01-19T11:33:33.136" v="7295" actId="6549"/>
        <pc:sldMkLst>
          <pc:docMk/>
          <pc:sldMk cId="1979789982" sldId="373"/>
        </pc:sldMkLst>
        <pc:spChg chg="mod">
          <ac:chgData name="Datseris, George" userId="0e929467-a486-4dd6-aadf-a47fca854b85" providerId="ADAL" clId="{4176D399-D786-4F66-92A2-FD3ABBF6ADE7}" dt="2026-01-19T10:52:00.176" v="7165" actId="20577"/>
          <ac:spMkLst>
            <pc:docMk/>
            <pc:sldMk cId="1979789982" sldId="373"/>
            <ac:spMk id="2" creationId="{FF7A6E25-1B34-FBB2-DCC1-9E3A9022613C}"/>
          </ac:spMkLst>
        </pc:spChg>
        <pc:spChg chg="mod">
          <ac:chgData name="Datseris, George" userId="0e929467-a486-4dd6-aadf-a47fca854b85" providerId="ADAL" clId="{4176D399-D786-4F66-92A2-FD3ABBF6ADE7}" dt="2026-01-19T11:33:33.136" v="7295" actId="6549"/>
          <ac:spMkLst>
            <pc:docMk/>
            <pc:sldMk cId="1979789982" sldId="373"/>
            <ac:spMk id="5" creationId="{711A7B23-9424-A4D0-A6B1-C06E06FB117D}"/>
          </ac:spMkLst>
        </pc:spChg>
      </pc:sldChg>
      <pc:sldChg chg="modSp mod addAnim delAnim modAnim">
        <pc:chgData name="Datseris, George" userId="0e929467-a486-4dd6-aadf-a47fca854b85" providerId="ADAL" clId="{4176D399-D786-4F66-92A2-FD3ABBF6ADE7}" dt="2026-01-19T11:33:28.140" v="7294" actId="6549"/>
        <pc:sldMkLst>
          <pc:docMk/>
          <pc:sldMk cId="3366363835" sldId="378"/>
        </pc:sldMkLst>
        <pc:spChg chg="mod">
          <ac:chgData name="Datseris, George" userId="0e929467-a486-4dd6-aadf-a47fca854b85" providerId="ADAL" clId="{4176D399-D786-4F66-92A2-FD3ABBF6ADE7}" dt="2026-01-19T11:32:37.072" v="7286" actId="20577"/>
          <ac:spMkLst>
            <pc:docMk/>
            <pc:sldMk cId="3366363835" sldId="378"/>
            <ac:spMk id="2" creationId="{EEFB6231-198D-FD37-4CCC-0FD67AD99BB2}"/>
          </ac:spMkLst>
        </pc:spChg>
        <pc:spChg chg="mod">
          <ac:chgData name="Datseris, George" userId="0e929467-a486-4dd6-aadf-a47fca854b85" providerId="ADAL" clId="{4176D399-D786-4F66-92A2-FD3ABBF6ADE7}" dt="2026-01-19T11:33:28.140" v="7294" actId="6549"/>
          <ac:spMkLst>
            <pc:docMk/>
            <pc:sldMk cId="3366363835" sldId="378"/>
            <ac:spMk id="5" creationId="{46F85920-1191-12E4-052B-0A5BC830BF4F}"/>
          </ac:spMkLst>
        </pc:spChg>
      </pc:sldChg>
      <pc:sldChg chg="addSp modSp mod addAnim delAnim modAnim">
        <pc:chgData name="Datseris, George" userId="0e929467-a486-4dd6-aadf-a47fca854b85" providerId="ADAL" clId="{4176D399-D786-4F66-92A2-FD3ABBF6ADE7}" dt="2026-01-19T11:34:26.196" v="7331" actId="20577"/>
        <pc:sldMkLst>
          <pc:docMk/>
          <pc:sldMk cId="737092279" sldId="379"/>
        </pc:sldMkLst>
        <pc:spChg chg="mod">
          <ac:chgData name="Datseris, George" userId="0e929467-a486-4dd6-aadf-a47fca854b85" providerId="ADAL" clId="{4176D399-D786-4F66-92A2-FD3ABBF6ADE7}" dt="2026-01-19T11:34:26.196" v="7331" actId="20577"/>
          <ac:spMkLst>
            <pc:docMk/>
            <pc:sldMk cId="737092279" sldId="379"/>
            <ac:spMk id="3" creationId="{75BE8456-2E3D-1EAC-E5C9-0C602A5DBFC9}"/>
          </ac:spMkLst>
        </pc:spChg>
        <pc:spChg chg="mod">
          <ac:chgData name="Datseris, George" userId="0e929467-a486-4dd6-aadf-a47fca854b85" providerId="ADAL" clId="{4176D399-D786-4F66-92A2-FD3ABBF6ADE7}" dt="2026-01-19T11:33:24.932" v="7293" actId="20577"/>
          <ac:spMkLst>
            <pc:docMk/>
            <pc:sldMk cId="737092279" sldId="379"/>
            <ac:spMk id="10" creationId="{A609FF0A-0031-4FF3-B32D-E73B11DF5046}"/>
          </ac:spMkLst>
        </pc:spChg>
      </pc:sldChg>
      <pc:sldChg chg="addSp modSp mod addAnim delAnim modAnim">
        <pc:chgData name="Datseris, George" userId="0e929467-a486-4dd6-aadf-a47fca854b85" providerId="ADAL" clId="{4176D399-D786-4F66-92A2-FD3ABBF6ADE7}" dt="2026-01-19T11:33:57.007" v="7314" actId="20577"/>
        <pc:sldMkLst>
          <pc:docMk/>
          <pc:sldMk cId="1607969247" sldId="380"/>
        </pc:sldMkLst>
        <pc:spChg chg="mod">
          <ac:chgData name="Datseris, George" userId="0e929467-a486-4dd6-aadf-a47fca854b85" providerId="ADAL" clId="{4176D399-D786-4F66-92A2-FD3ABBF6ADE7}" dt="2026-01-19T11:33:57.007" v="7314" actId="20577"/>
          <ac:spMkLst>
            <pc:docMk/>
            <pc:sldMk cId="1607969247" sldId="380"/>
            <ac:spMk id="3" creationId="{3D45CC07-FFFE-5DBB-391A-0700B1DBF948}"/>
          </ac:spMkLst>
        </pc:spChg>
      </pc:sldChg>
      <pc:sldChg chg="addSp delSp modSp mod ord modAnim">
        <pc:chgData name="Datseris, George" userId="0e929467-a486-4dd6-aadf-a47fca854b85" providerId="ADAL" clId="{4176D399-D786-4F66-92A2-FD3ABBF6ADE7}" dt="2026-02-18T16:55:16.861" v="7336" actId="1076"/>
        <pc:sldMkLst>
          <pc:docMk/>
          <pc:sldMk cId="3767521216" sldId="394"/>
        </pc:sldMkLst>
        <pc:spChg chg="mod">
          <ac:chgData name="Datseris, George" userId="0e929467-a486-4dd6-aadf-a47fca854b85" providerId="ADAL" clId="{4176D399-D786-4F66-92A2-FD3ABBF6ADE7}" dt="2026-02-18T16:55:16.861" v="7336" actId="1076"/>
          <ac:spMkLst>
            <pc:docMk/>
            <pc:sldMk cId="3767521216" sldId="394"/>
            <ac:spMk id="3" creationId="{AF7CE0B5-5431-D9FD-BE89-853EB5FE2C7C}"/>
          </ac:spMkLst>
        </pc:spChg>
        <pc:spChg chg="add mod">
          <ac:chgData name="Datseris, George" userId="0e929467-a486-4dd6-aadf-a47fca854b85" providerId="ADAL" clId="{4176D399-D786-4F66-92A2-FD3ABBF6ADE7}" dt="2026-01-19T10:53:03.346" v="7216" actId="20577"/>
          <ac:spMkLst>
            <pc:docMk/>
            <pc:sldMk cId="3767521216" sldId="394"/>
            <ac:spMk id="9" creationId="{54223651-4CB8-FF64-4C4E-7934719A469F}"/>
          </ac:spMkLst>
        </pc:spChg>
      </pc:sldChg>
      <pc:sldChg chg="addSp delSp modSp mod addAnim delAnim modAnim">
        <pc:chgData name="Datseris, George" userId="0e929467-a486-4dd6-aadf-a47fca854b85" providerId="ADAL" clId="{4176D399-D786-4F66-92A2-FD3ABBF6ADE7}" dt="2026-01-19T11:40:10.442" v="7332" actId="6549"/>
        <pc:sldMkLst>
          <pc:docMk/>
          <pc:sldMk cId="1844326694" sldId="396"/>
        </pc:sldMkLst>
        <pc:spChg chg="mod">
          <ac:chgData name="Datseris, George" userId="0e929467-a486-4dd6-aadf-a47fca854b85" providerId="ADAL" clId="{4176D399-D786-4F66-92A2-FD3ABBF6ADE7}" dt="2026-01-19T09:28:46.995" v="7126"/>
          <ac:spMkLst>
            <pc:docMk/>
            <pc:sldMk cId="1844326694" sldId="396"/>
            <ac:spMk id="2" creationId="{86DD3F44-8442-E78D-43A8-745F1BFC2E21}"/>
          </ac:spMkLst>
        </pc:spChg>
        <pc:spChg chg="add mod">
          <ac:chgData name="Datseris, George" userId="0e929467-a486-4dd6-aadf-a47fca854b85" providerId="ADAL" clId="{4176D399-D786-4F66-92A2-FD3ABBF6ADE7}" dt="2026-01-19T11:40:10.442" v="7332" actId="6549"/>
          <ac:spMkLst>
            <pc:docMk/>
            <pc:sldMk cId="1844326694" sldId="396"/>
            <ac:spMk id="19" creationId="{D9D22638-554E-DEC7-CC37-A509A7F12096}"/>
          </ac:spMkLst>
        </pc:spChg>
      </pc:sldChg>
      <pc:sldChg chg="addSp delSp modSp new mod">
        <pc:chgData name="Datseris, George" userId="0e929467-a486-4dd6-aadf-a47fca854b85" providerId="ADAL" clId="{4176D399-D786-4F66-92A2-FD3ABBF6ADE7}" dt="2026-01-19T10:52:40.363" v="7215" actId="404"/>
        <pc:sldMkLst>
          <pc:docMk/>
          <pc:sldMk cId="3728935956" sldId="400"/>
        </pc:sldMkLst>
        <pc:spChg chg="add mod">
          <ac:chgData name="Datseris, George" userId="0e929467-a486-4dd6-aadf-a47fca854b85" providerId="ADAL" clId="{4176D399-D786-4F66-92A2-FD3ABBF6ADE7}" dt="2026-01-19T10:52:40.363" v="7215" actId="404"/>
          <ac:spMkLst>
            <pc:docMk/>
            <pc:sldMk cId="3728935956" sldId="400"/>
            <ac:spMk id="5" creationId="{DB16FB0B-D49C-1A61-B893-D5FA91B33FDB}"/>
          </ac:spMkLst>
        </pc:spChg>
        <pc:spChg chg="add mod">
          <ac:chgData name="Datseris, George" userId="0e929467-a486-4dd6-aadf-a47fca854b85" providerId="ADAL" clId="{4176D399-D786-4F66-92A2-FD3ABBF6ADE7}" dt="2026-01-19T09:29:09.978" v="7157" actId="20577"/>
          <ac:spMkLst>
            <pc:docMk/>
            <pc:sldMk cId="3728935956" sldId="400"/>
            <ac:spMk id="12" creationId="{10E87B1D-CA42-F783-67C6-B3C5F7A02C82}"/>
          </ac:spMkLst>
        </pc:spChg>
      </pc:sldChg>
      <pc:sldChg chg="new del">
        <pc:chgData name="Datseris, George" userId="0e929467-a486-4dd6-aadf-a47fca854b85" providerId="ADAL" clId="{4176D399-D786-4F66-92A2-FD3ABBF6ADE7}" dt="2026-02-18T16:55:13.478" v="7334" actId="47"/>
        <pc:sldMkLst>
          <pc:docMk/>
          <pc:sldMk cId="4267833306" sldId="4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57675-FBE3-48CB-B711-213CCA620B80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B56DA-FD7D-4058-8254-C481C2DB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1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FD1D67-ACCE-65ED-0C68-B6D0F93F8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82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53216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renzBistable" descr="A purple and green line&#10;&#10;Description automatically generated" hidden="1">
            <a:extLst>
              <a:ext uri="{FF2B5EF4-FFF2-40B4-BE49-F238E27FC236}">
                <a16:creationId xmlns:a16="http://schemas.microsoft.com/office/drawing/2014/main" id="{35C8D179-1A0D-D011-3421-30033681C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04577">
            <a:off x="-799753" y="-3829610"/>
            <a:ext cx="14669618" cy="14669618"/>
          </a:xfrm>
          <a:prstGeom prst="rect">
            <a:avLst/>
          </a:prstGeom>
        </p:spPr>
      </p:pic>
      <p:sp>
        <p:nvSpPr>
          <p:cNvPr id="4" name="Left-Right transparency" hidden="1">
            <a:extLst>
              <a:ext uri="{FF2B5EF4-FFF2-40B4-BE49-F238E27FC236}">
                <a16:creationId xmlns:a16="http://schemas.microsoft.com/office/drawing/2014/main" id="{A0814C1C-88FE-48AB-BD6D-AB187E2024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2000">
                <a:schemeClr val="bg1">
                  <a:alpha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254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LorenzBistable" descr="A purple and green line&#10;&#10;Description automatically generated" hidden="1">
            <a:extLst>
              <a:ext uri="{FF2B5EF4-FFF2-40B4-BE49-F238E27FC236}">
                <a16:creationId xmlns:a16="http://schemas.microsoft.com/office/drawing/2014/main" id="{19BF813C-D6DC-F8FB-1C85-2E5C2F3F2C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04577">
            <a:off x="-799753" y="-3829610"/>
            <a:ext cx="14669618" cy="14669618"/>
          </a:xfrm>
          <a:prstGeom prst="rect">
            <a:avLst/>
          </a:prstGeom>
        </p:spPr>
      </p:pic>
      <p:sp>
        <p:nvSpPr>
          <p:cNvPr id="5" name="Left-Right transparency" hidden="1">
            <a:extLst>
              <a:ext uri="{FF2B5EF4-FFF2-40B4-BE49-F238E27FC236}">
                <a16:creationId xmlns:a16="http://schemas.microsoft.com/office/drawing/2014/main" id="{7C8BF2DF-7340-D3A2-1E00-3A8EA85D99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2000">
                <a:schemeClr val="bg1">
                  <a:alpha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254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34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ransition>
    <p:wipe/>
  </p:transition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2400" kern="1200" dirty="0" smtClean="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lang="en-US" sz="2000" kern="1200" dirty="0" smtClean="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lang="en-US" sz="1600" kern="1200" dirty="0" smtClean="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lang="en-US" sz="1600" kern="1200" dirty="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9C9628-4F35-A393-2E3F-1AA207E67F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urple line in a black background&#10;&#10;Description automatically generated">
            <a:extLst>
              <a:ext uri="{FF2B5EF4-FFF2-40B4-BE49-F238E27FC236}">
                <a16:creationId xmlns:a16="http://schemas.microsoft.com/office/drawing/2014/main" id="{937CE08D-5264-2BA2-E790-0276E4CF1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" t="23837" r="3488" b="2383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C27FFD-D5D8-E5B3-7CD8-19DAA4E94F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E1E20"/>
              </a:gs>
              <a:gs pos="100000">
                <a:srgbClr val="1E1E20">
                  <a:alpha val="75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24196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Dividend">
  <a:themeElements>
    <a:clrScheme name="JuliaDynamicsNew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7143E0"/>
      </a:accent1>
      <a:accent2>
        <a:srgbClr val="0A9A84"/>
      </a:accent2>
      <a:accent3>
        <a:srgbClr val="191E44"/>
      </a:accent3>
      <a:accent4>
        <a:srgbClr val="AF9327"/>
      </a:accent4>
      <a:accent5>
        <a:srgbClr val="AB0E41"/>
      </a:accent5>
      <a:accent6>
        <a:srgbClr val="6C768C"/>
      </a:accent6>
      <a:hlink>
        <a:srgbClr val="0070C0"/>
      </a:hlink>
      <a:folHlink>
        <a:srgbClr val="002060"/>
      </a:folHlink>
    </a:clrScheme>
    <a:fontScheme name="ChaosThroughBilliards">
      <a:majorFont>
        <a:latin typeface="Goudy Old Style"/>
        <a:ea typeface=""/>
        <a:cs typeface=""/>
      </a:majorFont>
      <a:minorFont>
        <a:latin typeface="Montserrat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24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911169-D6F2-4C7F-8AE1-B35F71E98201}">
  <we:reference id="wa104380121" version="2.0.0.0" store="en-US" storeType="OMEX"/>
  <we:alternateReferences>
    <we:reference id="WA104380121" version="2.0.0.0" store="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912a5d77-fb98-4eee-af32-1334d8f04a53}" enabled="0" method="" siteId="{912a5d77-fb98-4eee-af32-1334d8f04a5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4_critical_transitions</Template>
  <TotalTime>3658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Montserrat</vt:lpstr>
      <vt:lpstr>Wingdings 2</vt:lpstr>
      <vt:lpstr>Dividend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Changing Physics education with Julia</dc:title>
  <dc:creator>George Datseris</dc:creator>
  <cp:lastModifiedBy>Datseris, George</cp:lastModifiedBy>
  <cp:revision>5</cp:revision>
  <dcterms:created xsi:type="dcterms:W3CDTF">2021-06-15T21:40:24Z</dcterms:created>
  <dcterms:modified xsi:type="dcterms:W3CDTF">2026-02-18T17:05:14Z</dcterms:modified>
</cp:coreProperties>
</file>